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1e360c2fb54969" /><Relationship Type="http://schemas.openxmlformats.org/officeDocument/2006/relationships/extended-properties" Target="/docProps/app.xml" Id="R8b4d1cf3db004541" /><Relationship Type="http://schemas.openxmlformats.org/officeDocument/2006/relationships/officeDocument" Target="/ppt/presentation.xml" Id="R219db525d73246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415fd8c743424c"/>
  </p:sldMasterIdLst>
  <p:notesMasterIdLst>
    <p:notesMasterId xmlns:r="http://schemas.openxmlformats.org/officeDocument/2006/relationships" r:id="Rb45bf97de7bf461e"/>
  </p:notesMasterIdLst>
  <p:sldIdLst>
    <p:sldId xmlns:r="http://schemas.openxmlformats.org/officeDocument/2006/relationships" id="256" r:id="R21e28312f4db4a78"/>
    <p:sldId xmlns:r="http://schemas.openxmlformats.org/officeDocument/2006/relationships" id="257" r:id="R1f2127cdd4dd4f2a"/>
    <p:sldId xmlns:r="http://schemas.openxmlformats.org/officeDocument/2006/relationships" id="258" r:id="R3f3c38c93bb44251"/>
    <p:sldId xmlns:r="http://schemas.openxmlformats.org/officeDocument/2006/relationships" id="259" r:id="Rea764aaf76b042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017639be784e87" /><Relationship Type="http://schemas.openxmlformats.org/officeDocument/2006/relationships/slideMaster" Target="/ppt/slideMasters/slideMaster1.xml" Id="R3b415fd8c743424c" /><Relationship Type="http://schemas.openxmlformats.org/officeDocument/2006/relationships/notesMaster" Target="/ppt/notesMasters/notesMaster1.xml" Id="Rb45bf97de7bf461e" /><Relationship Type="http://schemas.openxmlformats.org/officeDocument/2006/relationships/presProps" Target="/ppt/presProps.xml" Id="R66fc8a175f3b4e51" /><Relationship Type="http://schemas.openxmlformats.org/officeDocument/2006/relationships/tableStyles" Target="/ppt/tableStyles.xml" Id="Rb37032d59568461e" /><Relationship Type="http://schemas.openxmlformats.org/officeDocument/2006/relationships/slide" Target="/ppt/slides/slide1.xml" Id="R21e28312f4db4a78" /><Relationship Type="http://schemas.openxmlformats.org/officeDocument/2006/relationships/slide" Target="/ppt/slides/slide2.xml" Id="R1f2127cdd4dd4f2a" /><Relationship Type="http://schemas.openxmlformats.org/officeDocument/2006/relationships/slide" Target="/ppt/slides/slide3.xml" Id="R3f3c38c93bb44251" /><Relationship Type="http://schemas.openxmlformats.org/officeDocument/2006/relationships/slide" Target="/ppt/slides/slide4.xml" Id="Rea764aaf76b042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aeea89812840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63a74eaaa94769" /><Relationship Type="http://schemas.openxmlformats.org/officeDocument/2006/relationships/notesMaster" Target="/ppt/notesMasters/notesMaster1.xml" Id="Rec1e8c9d7cba47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19384a03a14bd5" /><Relationship Type="http://schemas.openxmlformats.org/officeDocument/2006/relationships/notesMaster" Target="/ppt/notesMasters/notesMaster1.xml" Id="Rb1d9c3c478f944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144e90dcc641c9" /><Relationship Type="http://schemas.openxmlformats.org/officeDocument/2006/relationships/notesMaster" Target="/ppt/notesMasters/notesMaster1.xml" Id="R71680602b24b47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b23ad946764e5e" /><Relationship Type="http://schemas.openxmlformats.org/officeDocument/2006/relationships/notesMaster" Target="/ppt/notesMasters/notesMaster1.xml" Id="R4f58423d2fb748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complementar do projeto desenvolvido no Power BI Desktop para o desafio do Módulo 02 da formação Power BI Analyst da 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da página final do relatório: Visão geral das vendas.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da página final do relatório: Vendas e lucro por país.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da página final do relatório: Análise geográfica de vendas e lucro.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a1504ca2a46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16e56f5b8642c3" /><Relationship Type="http://schemas.openxmlformats.org/officeDocument/2006/relationships/slideLayout" Target="/ppt/slideLayouts/slideLayout1.xml" Id="R018eb25fc7ea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eb25fc7ea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fef159343422d" /><Relationship Type="http://schemas.openxmlformats.org/officeDocument/2006/relationships/notesSlide" Target="/ppt/notesSlides/notesSlide1.xml" Id="R247cb126295e4b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e73215dd14564" /><Relationship Type="http://schemas.openxmlformats.org/officeDocument/2006/relationships/image" Target="/ppt/media/image.png" Id="Rd3451672798d4dde" /><Relationship Type="http://schemas.openxmlformats.org/officeDocument/2006/relationships/notesSlide" Target="/ppt/notesSlides/notesSlide2.xml" Id="Rbf1f94c770704e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79d75531b4725" /><Relationship Type="http://schemas.openxmlformats.org/officeDocument/2006/relationships/image" Target="/ppt/media/image2.png" Id="R1ea0b8c696994890" /><Relationship Type="http://schemas.openxmlformats.org/officeDocument/2006/relationships/notesSlide" Target="/ppt/notesSlides/notesSlide3.xml" Id="Rbd19ec9b843741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5cef5cd304629" /><Relationship Type="http://schemas.openxmlformats.org/officeDocument/2006/relationships/image" Target="/ppt/media/image3.png" Id="R13fd2f8aa50d4e42" /><Relationship Type="http://schemas.openxmlformats.org/officeDocument/2006/relationships/notesSlide" Target="/ppt/notesSlides/notesSlide4.xml" Id="Rae09395dcf2a44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E73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0519A-129F-4D16-94C8-F996D8AD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051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Relatório de Vendas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F2B02-6F7B-40F4-B1B9-8AC9868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043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Desafio do Módulo 02 · Fundamentos de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6915C-5527-43E8-9F59-49C23596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D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DDE7FF"/>
                </a:solidFill>
                <a:latin typeface="Bitstream Charter"/>
                <a:ea typeface="Bitstream Charter"/>
                <a:cs typeface="Bitstream Charter"/>
              </a:rPr>
              <a:t>Formação Power BI Analyst · 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BE08B-DA87-487E-8D62-1AFF75BA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Natasha Sophie</a:t>
            </a:r>
          </a:p>
        </p:txBody>
      </p:sp>
    </p:spTree>
    <p:extLst>
      <p:ext uri="{BB962C8B-B14F-4D97-AF65-F5344CB8AC3E}">
        <p14:creationId xmlns:p14="http://schemas.microsoft.com/office/powerpoint/2010/main" val="345832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E9B51-B95B-4A2B-9842-5720A9F8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5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52525"/>
                </a:solidFill>
                <a:latin typeface="Bitstream Charter"/>
                <a:ea typeface="Bitstream Charter"/>
                <a:cs typeface="Bitstream Charter"/>
              </a:rPr>
              <a:t>Visão geral das vendas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51672798d4dde"/>
          <a:stretch xmlns:a="http://schemas.openxmlformats.org/drawingml/2006/main"/>
        </p:blipFill>
        <p:spPr>
          <a:xfrm xmlns:a="http://schemas.openxmlformats.org/drawingml/2006/main">
            <a:off x="969055" y="857250"/>
            <a:ext cx="10253889" cy="5819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99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B5843-1B42-47D8-9DC5-E0C841D4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5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52525"/>
                </a:solidFill>
                <a:latin typeface="Bitstream Charter"/>
                <a:ea typeface="Bitstream Charter"/>
                <a:cs typeface="Bitstream Charter"/>
              </a:rPr>
              <a:t>Vendas e lucro por país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0b8c696994890"/>
          <a:stretch xmlns:a="http://schemas.openxmlformats.org/drawingml/2006/main"/>
        </p:blipFill>
        <p:spPr>
          <a:xfrm xmlns:a="http://schemas.openxmlformats.org/drawingml/2006/main">
            <a:off x="952500" y="869240"/>
            <a:ext cx="10287000" cy="57957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55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57CD2-82F8-4EE5-8740-3F433726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5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52525"/>
                </a:solidFill>
                <a:latin typeface="Bitstream Charter"/>
                <a:ea typeface="Bitstream Charter"/>
                <a:cs typeface="Bitstream Charter"/>
              </a:rPr>
              <a:t>Análise geográfica de vendas e lucro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d2f8aa50d4e42"/>
          <a:stretch xmlns:a="http://schemas.openxmlformats.org/drawingml/2006/main"/>
        </p:blipFill>
        <p:spPr>
          <a:xfrm xmlns:a="http://schemas.openxmlformats.org/drawingml/2006/main">
            <a:off x="952500" y="864581"/>
            <a:ext cx="10287000" cy="58051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06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2026-09-17T04:38:54.8060000Z</dcterms:created>
  <dcterms:modified xsi:type="dcterms:W3CDTF">2026-09-17T04:38:54.8060000Z</dcterms:modified>
</coreProperties>
</file>